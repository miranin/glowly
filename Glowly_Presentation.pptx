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Glowly turns a single phone photo of a skincare product into structured, science-grounded information in ~15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pain: your bathroom shelf is a black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your camera at the tube. That's the entire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Brand correctly identified — not a keyword guess. All from one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Low-confidence results branch to human review instead of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combined call fixed the misidentification and cut latency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mandatory module is used in the real flow, not bolted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fix is taxonomy, not a bigger model — we'd have missed that without evals.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choice is a deliberate trade-off between quality, latency and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 a demo — a complete, measured LLM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6A8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Glowly</a:t>
            </a:r>
          </a:p>
          <a:p>
            <a:pPr algn="ctr">
              <a:defRPr sz="2400">
                <a:solidFill>
                  <a:srgbClr val="FFF0F4"/>
                </a:solidFill>
              </a:defRPr>
            </a:pPr>
            <a:r>
              <a:t>AI beauty assistant — one photo → structured product intelligence</a:t>
            </a:r>
          </a:p>
          <a:p>
            <a:pPr algn="ctr">
              <a:defRPr sz="1600">
                <a:solidFill>
                  <a:srgbClr val="FFF0F4"/>
                </a:solidFill>
              </a:defRPr>
            </a:pPr>
            <a:r>
              <a:t>Final LLM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People own 10–30 skincare products and don't know what's in them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Can't tell what conflicts, what fits their skin, or how to layer them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Reading INCI lists is unreadable; Googling each product is slow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User: anyone building a skincare routine who wants to understand their shelf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One photo →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Brand · exact product · category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Full ingredient list + active ingredients WITH their roles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Skin-type fit · concerns targeted · how to use · safety flags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Editable, then saved to your collection.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Scan the Dr.Jart+ Dermaclear →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reading label → identifying brand → scraping full INCI → structuring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~15s, then the filled confirmation screen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Result: Dr.Jart+ · cleanser · 61 ingredients · actives with roles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Backup: screenshots + curl output if Wi-Fi fails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Architecture</a:t>
            </a:r>
          </a:p>
          <a:p>
            <a:pPr>
              <a:defRPr sz="1800">
                <a:solidFill>
                  <a:srgbClr val="E06A8B"/>
                </a:solidFill>
              </a:defRPr>
            </a:pPr>
            <a:r>
              <a:t>One request, traced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iOS upload → FastAPI → LangGraph state machine → response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image_analysis → confidence_check →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   ├─ confidence &lt; 0.75 → human confirmation (review screen)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   └─ confidence ≥ 0.75 → save → recommendation generation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Services: Vision (Sonnet) · Scraper (INCIDecoder) · RAG (Qdrant) · MCP tools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Every LLM call traced in LangSmith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The 5-step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1. Vision — Claude Sonnet 4.6, single multimodal call (OCR + brand ID + JSON)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2. Vector cache — Qdrant, cosine ≥ 0.88 → instant repeat scans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3. Web scraping — INCIDecoder for the full INCI list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4. Embed &amp; store — self-populating product database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5. Structured response — strict Pydantic → camelCase → Swift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06A8B"/>
                </a:solidFill>
              </a:defRPr>
            </a:pPr>
            <a:r>
              <a:t>→ Collapsing 3 lossy calls into 1 fixed our worst bug: 'Dr.Jart+' read as 'Mac'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Required modules — all load-bearing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LangGraph workflow + conditional branch + human-in-the-loop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Custom MCP server — 3 tools (analyze / categorize / recommend)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Custom Skill — cosmetic-advisor with SKILL.md + triggers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RAG — Qdrant + all-MiniLM-L6-v2, 63-doc knowledge base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Web scraping — INCIDecoder (dynamic HTML)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Multimodality — vision OCR is the core feature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LangSmith tracing on every LLM call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Metrics &amp; A/B experiment</a:t>
            </a:r>
          </a:p>
          <a:p>
            <a:pPr>
              <a:defRPr sz="1800">
                <a:solidFill>
                  <a:srgbClr val="E06A8B"/>
                </a:solidFill>
              </a:defRPr>
            </a:pPr>
            <a:r>
              <a:t>We measured, then decided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Golden dataset: 41 examples · classification accuracy + LLM-as-judge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A/B — Haiku 4.5 vs Sonnet 4.6 (classification):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   Pass rate: 92%  vs  96%        Avg score: 0.888 = 0.888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   Cost: 1×  vs  ~8×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06A8B"/>
                </a:solidFill>
              </a:defRPr>
            </a:pPr>
            <a:r>
              <a:t>→ Decision: Sonnet for vision, Haiku for text — same quality, 1/8 the cost</a:t>
            </a:r>
          </a:p>
          <a:p>
            <a:pPr>
              <a:spcAft>
                <a:spcPts val="1000"/>
              </a:spcAft>
              <a:defRPr sz="1800">
                <a:solidFill>
                  <a:srgbClr val="E06A8B"/>
                </a:solidFill>
              </a:defRPr>
            </a:pPr>
            <a:r>
              <a:t>→ Failures are missing categories (hand cream, brow), NOT model errors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Engineering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One combined vision call vs three — accuracy + cost, fixed misID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Public /analyze inline vs full LangGraph — simpler client path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Cache-first + scrape-fallback — fast, cheap, degrades gracefully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Confidence threshold 0.75 — honest uncertainty → human review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Cost: ~1–3¢ per fresh scan; cached scans ≈ free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06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2222"/>
                </a:solidFill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A complete, measured LLM product: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vision + RAG + web scraping + LangGraph, observable in LangSmith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evaluated on a 41-example golden dataset with an A/B experiment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Next: expand category taxonomy (from evals) · scrape ranking ·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model fallback · on-device routine recommendations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06A8B"/>
                </a:solidFill>
              </a:defRPr>
            </a:pPr>
            <a:r>
              <a:t>→ One photo in, structured product intelligence 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